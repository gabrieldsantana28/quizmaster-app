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4479C5-0D8C-4E90-AC71-3E99C7CABB03}" v="2" dt="2026-06-30T18:48:51.3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L. de Santana" userId="457bcf3c1ac1d16f" providerId="LiveId" clId="{C7C83CE7-6537-4464-884E-71676B644952}"/>
    <pc:docChg chg="undo custSel modSld">
      <pc:chgData name="Gabriel L. de Santana" userId="457bcf3c1ac1d16f" providerId="LiveId" clId="{C7C83CE7-6537-4464-884E-71676B644952}" dt="2026-06-30T18:53:25.640" v="169" actId="255"/>
      <pc:docMkLst>
        <pc:docMk/>
      </pc:docMkLst>
      <pc:sldChg chg="modSp mod">
        <pc:chgData name="Gabriel L. de Santana" userId="457bcf3c1ac1d16f" providerId="LiveId" clId="{C7C83CE7-6537-4464-884E-71676B644952}" dt="2026-06-30T00:57:15.767" v="44" actId="1076"/>
        <pc:sldMkLst>
          <pc:docMk/>
          <pc:sldMk cId="0" sldId="256"/>
        </pc:sldMkLst>
        <pc:spChg chg="mod">
          <ac:chgData name="Gabriel L. de Santana" userId="457bcf3c1ac1d16f" providerId="LiveId" clId="{C7C83CE7-6537-4464-884E-71676B644952}" dt="2026-06-30T00:57:15.767" v="44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Gabriel L. de Santana" userId="457bcf3c1ac1d16f" providerId="LiveId" clId="{C7C83CE7-6537-4464-884E-71676B644952}" dt="2026-06-30T00:57:13.855" v="43" actId="20577"/>
          <ac:spMkLst>
            <pc:docMk/>
            <pc:sldMk cId="0" sldId="256"/>
            <ac:spMk id="9" creationId="{00000000-0000-0000-0000-000000000000}"/>
          </ac:spMkLst>
        </pc:spChg>
      </pc:sldChg>
      <pc:sldChg chg="addSp modSp mod">
        <pc:chgData name="Gabriel L. de Santana" userId="457bcf3c1ac1d16f" providerId="LiveId" clId="{C7C83CE7-6537-4464-884E-71676B644952}" dt="2026-06-30T18:53:25.640" v="169" actId="255"/>
        <pc:sldMkLst>
          <pc:docMk/>
          <pc:sldMk cId="0" sldId="257"/>
        </pc:sldMkLst>
        <pc:spChg chg="mod">
          <ac:chgData name="Gabriel L. de Santana" userId="457bcf3c1ac1d16f" providerId="LiveId" clId="{C7C83CE7-6537-4464-884E-71676B644952}" dt="2026-06-30T18:52:39.518" v="161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Gabriel L. de Santana" userId="457bcf3c1ac1d16f" providerId="LiveId" clId="{C7C83CE7-6537-4464-884E-71676B644952}" dt="2026-06-30T18:52:42.576" v="162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Gabriel L. de Santana" userId="457bcf3c1ac1d16f" providerId="LiveId" clId="{C7C83CE7-6537-4464-884E-71676B644952}" dt="2026-06-30T18:52:31.129" v="157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Gabriel L. de Santana" userId="457bcf3c1ac1d16f" providerId="LiveId" clId="{C7C83CE7-6537-4464-884E-71676B644952}" dt="2026-06-30T18:52:31.129" v="157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Gabriel L. de Santana" userId="457bcf3c1ac1d16f" providerId="LiveId" clId="{C7C83CE7-6537-4464-884E-71676B644952}" dt="2026-06-30T18:52:31.129" v="157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Gabriel L. de Santana" userId="457bcf3c1ac1d16f" providerId="LiveId" clId="{C7C83CE7-6537-4464-884E-71676B644952}" dt="2026-06-30T18:52:31.129" v="157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Gabriel L. de Santana" userId="457bcf3c1ac1d16f" providerId="LiveId" clId="{C7C83CE7-6537-4464-884E-71676B644952}" dt="2026-06-30T18:52:31.129" v="157" actId="107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Gabriel L. de Santana" userId="457bcf3c1ac1d16f" providerId="LiveId" clId="{C7C83CE7-6537-4464-884E-71676B644952}" dt="2026-06-30T18:52:31.129" v="157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Gabriel L. de Santana" userId="457bcf3c1ac1d16f" providerId="LiveId" clId="{C7C83CE7-6537-4464-884E-71676B644952}" dt="2026-06-30T18:52:31.129" v="157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Gabriel L. de Santana" userId="457bcf3c1ac1d16f" providerId="LiveId" clId="{C7C83CE7-6537-4464-884E-71676B644952}" dt="2026-06-30T18:52:31.129" v="157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Gabriel L. de Santana" userId="457bcf3c1ac1d16f" providerId="LiveId" clId="{C7C83CE7-6537-4464-884E-71676B644952}" dt="2026-06-30T18:52:31.129" v="157" actId="107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Gabriel L. de Santana" userId="457bcf3c1ac1d16f" providerId="LiveId" clId="{C7C83CE7-6537-4464-884E-71676B644952}" dt="2026-06-30T18:52:31.129" v="157" actId="1076"/>
          <ac:spMkLst>
            <pc:docMk/>
            <pc:sldMk cId="0" sldId="257"/>
            <ac:spMk id="23" creationId="{00000000-0000-0000-0000-000000000000}"/>
          </ac:spMkLst>
        </pc:spChg>
        <pc:spChg chg="add mod">
          <ac:chgData name="Gabriel L. de Santana" userId="457bcf3c1ac1d16f" providerId="LiveId" clId="{C7C83CE7-6537-4464-884E-71676B644952}" dt="2026-06-30T18:53:25.640" v="169" actId="255"/>
          <ac:spMkLst>
            <pc:docMk/>
            <pc:sldMk cId="0" sldId="257"/>
            <ac:spMk id="28" creationId="{1CF94FA0-98BF-0FE7-9740-4CDF69BCB0A0}"/>
          </ac:spMkLst>
        </pc:spChg>
      </pc:sldChg>
      <pc:sldChg chg="modSp mod">
        <pc:chgData name="Gabriel L. de Santana" userId="457bcf3c1ac1d16f" providerId="LiveId" clId="{C7C83CE7-6537-4464-884E-71676B644952}" dt="2026-06-30T18:52:04.222" v="156" actId="1076"/>
        <pc:sldMkLst>
          <pc:docMk/>
          <pc:sldMk cId="0" sldId="258"/>
        </pc:sldMkLst>
        <pc:spChg chg="mod">
          <ac:chgData name="Gabriel L. de Santana" userId="457bcf3c1ac1d16f" providerId="LiveId" clId="{C7C83CE7-6537-4464-884E-71676B644952}" dt="2026-06-30T18:52:04.222" v="156" actId="1076"/>
          <ac:spMkLst>
            <pc:docMk/>
            <pc:sldMk cId="0" sldId="258"/>
            <ac:spMk id="14" creationId="{00000000-0000-0000-0000-000000000000}"/>
          </ac:spMkLst>
        </pc:spChg>
      </pc:sldChg>
      <pc:sldChg chg="modSp mod">
        <pc:chgData name="Gabriel L. de Santana" userId="457bcf3c1ac1d16f" providerId="LiveId" clId="{C7C83CE7-6537-4464-884E-71676B644952}" dt="2026-06-30T18:51:50.409" v="155" actId="1076"/>
        <pc:sldMkLst>
          <pc:docMk/>
          <pc:sldMk cId="0" sldId="259"/>
        </pc:sldMkLst>
        <pc:spChg chg="mod">
          <ac:chgData name="Gabriel L. de Santana" userId="457bcf3c1ac1d16f" providerId="LiveId" clId="{C7C83CE7-6537-4464-884E-71676B644952}" dt="2026-06-30T18:51:35.997" v="152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Gabriel L. de Santana" userId="457bcf3c1ac1d16f" providerId="LiveId" clId="{C7C83CE7-6537-4464-884E-71676B644952}" dt="2026-06-30T18:51:50.409" v="155" actId="1076"/>
          <ac:spMkLst>
            <pc:docMk/>
            <pc:sldMk cId="0" sldId="259"/>
            <ac:spMk id="14" creationId="{00000000-0000-0000-0000-000000000000}"/>
          </ac:spMkLst>
        </pc:spChg>
      </pc:sldChg>
      <pc:sldChg chg="modSp mod">
        <pc:chgData name="Gabriel L. de Santana" userId="457bcf3c1ac1d16f" providerId="LiveId" clId="{C7C83CE7-6537-4464-884E-71676B644952}" dt="2026-06-30T18:51:30.776" v="151" actId="1076"/>
        <pc:sldMkLst>
          <pc:docMk/>
          <pc:sldMk cId="0" sldId="260"/>
        </pc:sldMkLst>
        <pc:spChg chg="mod">
          <ac:chgData name="Gabriel L. de Santana" userId="457bcf3c1ac1d16f" providerId="LiveId" clId="{C7C83CE7-6537-4464-884E-71676B644952}" dt="2026-06-30T18:51:22.312" v="146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Gabriel L. de Santana" userId="457bcf3c1ac1d16f" providerId="LiveId" clId="{C7C83CE7-6537-4464-884E-71676B644952}" dt="2026-06-30T18:51:19.939" v="145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Gabriel L. de Santana" userId="457bcf3c1ac1d16f" providerId="LiveId" clId="{C7C83CE7-6537-4464-884E-71676B644952}" dt="2026-06-30T18:51:27.375" v="150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Gabriel L. de Santana" userId="457bcf3c1ac1d16f" providerId="LiveId" clId="{C7C83CE7-6537-4464-884E-71676B644952}" dt="2026-06-30T18:51:30.776" v="151" actId="1076"/>
          <ac:spMkLst>
            <pc:docMk/>
            <pc:sldMk cId="0" sldId="260"/>
            <ac:spMk id="16" creationId="{00000000-0000-0000-0000-000000000000}"/>
          </ac:spMkLst>
        </pc:spChg>
      </pc:sldChg>
      <pc:sldChg chg="modSp mod">
        <pc:chgData name="Gabriel L. de Santana" userId="457bcf3c1ac1d16f" providerId="LiveId" clId="{C7C83CE7-6537-4464-884E-71676B644952}" dt="2026-06-30T18:51:00.302" v="142" actId="255"/>
        <pc:sldMkLst>
          <pc:docMk/>
          <pc:sldMk cId="0" sldId="261"/>
        </pc:sldMkLst>
        <pc:spChg chg="mod">
          <ac:chgData name="Gabriel L. de Santana" userId="457bcf3c1ac1d16f" providerId="LiveId" clId="{C7C83CE7-6537-4464-884E-71676B644952}" dt="2026-06-30T18:50:41.832" v="140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Gabriel L. de Santana" userId="457bcf3c1ac1d16f" providerId="LiveId" clId="{C7C83CE7-6537-4464-884E-71676B644952}" dt="2026-06-30T18:51:00.302" v="142" actId="255"/>
          <ac:spMkLst>
            <pc:docMk/>
            <pc:sldMk cId="0" sldId="261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2729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543050"/>
            <a:ext cx="9144000" cy="20574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400" dirty="0">
                <a:solidFill>
                  <a:srgbClr val="38BDF8"/>
                </a:solidFill>
              </a:rPr>
              <a:t>QuizMaster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94A3B8"/>
                </a:solidFill>
              </a:rPr>
              <a:t>Plataforma de Quizzes Online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8FAFC"/>
                </a:solidFill>
              </a:rPr>
              <a:t>N3 — TDD Avançado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8BDF8"/>
                </a:solidFill>
              </a:rPr>
              <a:t>Módulo de Questões com Ciclo Red-Green-Refactor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</a:rPr>
              <a:t>Continuação da N2 · 89 testes · Cobertura ≥ 91%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Aluno: Gabriel Luis de Santana e Pedro </a:t>
            </a:r>
            <a:r>
              <a:rPr lang="en-US" sz="1400" dirty="0" err="1">
                <a:solidFill>
                  <a:srgbClr val="94A3B8"/>
                </a:solidFill>
              </a:rPr>
              <a:t>Elizeu</a:t>
            </a:r>
            <a:r>
              <a:rPr lang="en-US" sz="1400" dirty="0">
                <a:solidFill>
                  <a:srgbClr val="94A3B8"/>
                </a:solidFill>
              </a:rPr>
              <a:t> dos Santos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3840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4A3B8"/>
                </a:solidFill>
              </a:rPr>
              <a:t>2026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45920" y="4434840"/>
            <a:ext cx="1188720" cy="292608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45920" y="4434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🔴 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63240" y="4434840"/>
            <a:ext cx="1188720" cy="292608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63240" y="4434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🟢 Green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4434840"/>
            <a:ext cx="1188720" cy="29260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480560" y="4434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🔵 Refactor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97880" y="4434840"/>
            <a:ext cx="1188720" cy="29260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97880" y="4434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CI/CD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0" y="4434840"/>
            <a:ext cx="1188720" cy="29260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0" y="4434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89 testes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8046"/>
            <a:ext cx="9144000" cy="51435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</a:rPr>
              <a:t>Nova Funcionalidade — Módulo de Questões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319022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</a:rPr>
              <a:t>O Módulo de Questões permite criar, listar, editar, excluir e responder questões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</a:rPr>
              <a:t>de múltipla escolha </a:t>
            </a:r>
            <a:r>
              <a:rPr lang="en-US" sz="1300" dirty="0" err="1">
                <a:solidFill>
                  <a:srgbClr val="F8FAFC"/>
                </a:solidFill>
              </a:rPr>
              <a:t>vinculadas</a:t>
            </a:r>
            <a:r>
              <a:rPr lang="en-US" sz="1300" dirty="0">
                <a:solidFill>
                  <a:srgbClr val="F8FAFC"/>
                </a:solidFill>
              </a:rPr>
              <a:t> a um quiz existente.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016252"/>
            <a:ext cx="4114800" cy="56692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20619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BDF8"/>
                </a:solidFill>
              </a:rPr>
              <a:t>RN-Q001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91640" y="20619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</a:rPr>
              <a:t>Enunciado ≥ 10 caracteres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702052"/>
            <a:ext cx="4114800" cy="56692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27477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BDF8"/>
                </a:solidFill>
              </a:rPr>
              <a:t>RN-Q002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91640" y="27477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</a:rPr>
              <a:t>2 a 5 alternativas por questão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387852"/>
            <a:ext cx="4114800" cy="56692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" y="34335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BDF8"/>
                </a:solidFill>
              </a:rPr>
              <a:t>RN-Q003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691640" y="34335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</a:rPr>
              <a:t>Exatamente 1 alternativa correta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016252"/>
            <a:ext cx="4114800" cy="56692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64608" y="20619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BDF8"/>
                </a:solidFill>
              </a:rPr>
              <a:t>RN-Q004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80760" y="20619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</a:rPr>
              <a:t>quizId e autorId obrigatórios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702052"/>
            <a:ext cx="4114800" cy="56692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64608" y="27477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BDF8"/>
                </a:solidFill>
              </a:rPr>
              <a:t>RN-Q008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80760" y="27477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</a:rPr>
              <a:t>Apenas o autor pode editar/excluir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387852"/>
            <a:ext cx="4114800" cy="56692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64608" y="34335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BDF8"/>
                </a:solidFill>
              </a:rPr>
              <a:t>RN-Q011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80760" y="34335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</a:rPr>
              <a:t>Resposta deve ser índice válido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</a:rPr>
              <a:t>Estrutura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251960"/>
            <a:ext cx="8412480" cy="6858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4297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src/modules/questao/  ── questao.service.js  ── questao.model.js  ── questao.controller.js  ── questao.routes.js  ── __tests__/ (33 unit + 12 integration)</a:t>
            </a:r>
            <a:endParaRPr lang="en-US" sz="1000" dirty="0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1CF94FA0-98BF-0FE7-9740-4CDF69BCB0A0}"/>
              </a:ext>
            </a:extLst>
          </p:cNvPr>
          <p:cNvSpPr/>
          <p:nvPr/>
        </p:nvSpPr>
        <p:spPr>
          <a:xfrm>
            <a:off x="365760" y="617220"/>
            <a:ext cx="328128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br>
              <a:rPr lang="en-US" sz="1300" dirty="0">
                <a:solidFill>
                  <a:srgbClr val="F8FAFC"/>
                </a:solidFill>
              </a:rPr>
            </a:br>
            <a:r>
              <a:rPr lang="en-US" sz="1400" b="1" dirty="0" err="1">
                <a:solidFill>
                  <a:srgbClr val="F8FAFC"/>
                </a:solidFill>
              </a:rPr>
              <a:t>Acesso</a:t>
            </a:r>
            <a:r>
              <a:rPr lang="en-US" sz="1400" b="1" dirty="0">
                <a:solidFill>
                  <a:srgbClr val="F8FAFC"/>
                </a:solidFill>
              </a:rPr>
              <a:t> de </a:t>
            </a:r>
            <a:r>
              <a:rPr lang="en-US" sz="1300" dirty="0">
                <a:solidFill>
                  <a:srgbClr val="F8FAFC"/>
                </a:solidFill>
              </a:rPr>
              <a:t>		</a:t>
            </a:r>
            <a:r>
              <a:rPr lang="en-US" sz="1300" dirty="0" err="1">
                <a:solidFill>
                  <a:srgbClr val="F8FAFC"/>
                </a:solidFill>
              </a:rPr>
              <a:t>Usuário</a:t>
            </a:r>
            <a:r>
              <a:rPr lang="en-US" sz="1300" dirty="0">
                <a:solidFill>
                  <a:srgbClr val="F8FAFC"/>
                </a:solidFill>
              </a:rPr>
              <a:t>: admin</a:t>
            </a:r>
          </a:p>
          <a:p>
            <a:pPr marL="0" indent="0">
              <a:buNone/>
            </a:pPr>
            <a:r>
              <a:rPr lang="en-US" sz="1400" b="1" dirty="0" err="1">
                <a:solidFill>
                  <a:srgbClr val="F8FAFC"/>
                </a:solidFill>
              </a:rPr>
              <a:t>Administrador</a:t>
            </a:r>
            <a:r>
              <a:rPr lang="en-US" sz="1400" b="1" dirty="0">
                <a:solidFill>
                  <a:srgbClr val="F8FAFC"/>
                </a:solidFill>
              </a:rPr>
              <a:t>:</a:t>
            </a:r>
            <a:r>
              <a:rPr lang="en-US" sz="1300" dirty="0">
                <a:solidFill>
                  <a:srgbClr val="F8FAFC"/>
                </a:solidFill>
              </a:rPr>
              <a:t>	Senha: Admin@123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</a:rPr>
              <a:t>Ciclo Red-Green-Refactor — Exemplo 1: Validação do Enunciado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1188720" cy="292608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🔴 RED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91640" y="77724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Teste escrito primeiro — falha porque a função não existe ainda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8412480" cy="960120"/>
          </a:xfrm>
          <a:prstGeom prst="rect">
            <a:avLst/>
          </a:prstGeom>
          <a:solidFill>
            <a:srgbClr val="0D1117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1207008"/>
            <a:ext cx="81930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it('deve lançar erro se enunciado tiver menos de 10 caracteres', async ()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data = { ...dadosValidos, enunciado: 'Curto?' 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expect(questaoService.criarQuestao(data, mockQuestaoModel))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.rejects.toThrow('O enunciado deve ter no mínimo 10 caracteres.');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176272"/>
            <a:ext cx="1188720" cy="292608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1762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🟢 GREEN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217627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Código mínimo implementado para fazer o teste passar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496312"/>
            <a:ext cx="8412480" cy="1097280"/>
          </a:xfrm>
          <a:prstGeom prst="rect">
            <a:avLst/>
          </a:prstGeom>
          <a:solidFill>
            <a:srgbClr val="0D1117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2529019"/>
            <a:ext cx="81930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criarQuestao = async (data, QuestaoModel)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enunciado } = data;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(!enunciado || enunciado.trim().length &lt; 10)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Error('O enunciado deve ter no mínimo 10 caracteres.');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... demais validações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712464"/>
            <a:ext cx="1188720" cy="29260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371246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🔵 REFACTOR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3712464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Trim do enunciado ao salvar — sem quebrar nenhum teste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032504"/>
            <a:ext cx="8412480" cy="822960"/>
          </a:xfrm>
          <a:prstGeom prst="rect">
            <a:avLst/>
          </a:prstGeom>
          <a:solidFill>
            <a:srgbClr val="0D1117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4142232"/>
            <a:ext cx="8193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questao.update({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enunciado: enunciado ? enunciado.trim() : questao.enunciado,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...outros campos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</a:rPr>
              <a:t>Ciclo Red-Green-Refactor — Exemplo 2: Verificar Resposta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88720" cy="292608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🔴 RED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91640" y="74980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Testamos que resposta correta retorna correta=true e dica=null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069848"/>
            <a:ext cx="8412480" cy="960120"/>
          </a:xfrm>
          <a:prstGeom prst="rect">
            <a:avLst/>
          </a:prstGeom>
          <a:solidFill>
            <a:srgbClr val="0D1117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1122250"/>
            <a:ext cx="81930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it('deve retornar correta=true quando a resposta for correta', async ()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mockQuestaoModel.findByPk.mockResolvedValueOnce(mockQuestaoBase);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result = await questaoService.verificarResposta(1, 0, mockQuestaoModel);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expect(result.correta).toBe(true);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expect(result.dica).toBeNull();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1188720" cy="292608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148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🟢 GREEN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214884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Implementação comparando respostaIdx com alternativaCorreta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8412480" cy="1234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2500708"/>
            <a:ext cx="8193024" cy="1230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verificarResposta = async (id, respostaIdx, QuestaoModel)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questao = await QuestaoModel.findByPk(id);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(!questao) throw new Error('Questão não encontrada.');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alternativas = JSON.parse(questao.alternativas);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correta = respostaIdx === questao.alternativaCorreta;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correta, alternativaCorreta: questao.alternativaCorreta,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dica: correta ? null : questao.dica 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822192"/>
            <a:ext cx="1188720" cy="29260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🔵 REFACTOR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382219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Adicionada validação de índice negativo e fora do range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142232"/>
            <a:ext cx="8412480" cy="749808"/>
          </a:xfrm>
          <a:prstGeom prst="rect">
            <a:avLst/>
          </a:prstGeom>
          <a:solidFill>
            <a:srgbClr val="0D1117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4251960"/>
            <a:ext cx="8193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(respostaIdx === undefined || respostaIdx &lt; 0 || respostaIdx &gt;= alternativas.length)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throw new Error('Resposta inválida.');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</a:rPr>
              <a:t>Testes Unitários — Exemplos (1/2)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7171"/>
                </a:solidFill>
              </a:rPr>
              <a:t>Teste 1 — Validação de enunciado curto (RN-Q001)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</a:rPr>
              <a:t>Mock: mockQuestaoModel.create = vi.fn()  |  Asserção: .rejects.toThrow()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307592"/>
            <a:ext cx="8412480" cy="822960"/>
          </a:xfrm>
          <a:prstGeom prst="rect">
            <a:avLst/>
          </a:prstGeom>
          <a:solidFill>
            <a:srgbClr val="0D1117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371600"/>
            <a:ext cx="8193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it('deve lançar erro se enunciado tiver menos de 10 caracteres', async ()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data = { ...dadosValidos, enunciado: 'Curto?' 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expect(questaoService.criarQuestao(data, mockQuestaoModel))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.rejects.toThrow('O enunciado deve ter no mínimo 10 caracteres.');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2677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DE80"/>
                </a:solidFill>
              </a:rPr>
              <a:t>Teste 2 — Alternativas serializadas como JSON (RN-Q002)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" y="25694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</a:rPr>
              <a:t>Mock: create capturado por mock.calls[0][0]  |  Asserção: .toBe(JSON.stringify(...))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825496"/>
            <a:ext cx="8412480" cy="822960"/>
          </a:xfrm>
          <a:prstGeom prst="rect">
            <a:avLst/>
          </a:prstGeom>
          <a:solidFill>
            <a:srgbClr val="0D1117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2851697"/>
            <a:ext cx="8193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it('deve serializar alternativas como JSON ao criar', async () =&gt;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mockQuestaoModel.create.mockResolvedValueOnce({ id: 2 });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questaoService.criarQuestao(dadosValidos, mockQuestaoModel);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chamada = mockQuestaoModel.create.mock.calls[0][0];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expect(chamada.alternativas).toBe(JSON.stringify(alternativasValidas));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37673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</a:rPr>
              <a:t>Teste 3 — Resposta correta não revela dica (RN-Q011)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5760" y="40690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</a:rPr>
              <a:t>Mock: findByPk retorna questao com dica  |  Asserção: .toBeNull() + .toBe(true)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4325112"/>
            <a:ext cx="8412480" cy="594360"/>
          </a:xfrm>
          <a:prstGeom prst="rect">
            <a:avLst/>
          </a:prstGeom>
          <a:solidFill>
            <a:srgbClr val="0D1117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4399671"/>
            <a:ext cx="81930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result = await questaoService.verificarResposta(1, 0, mockQuestaoModel);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expect(result.correta).toBe(true);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expect(result.dica).toBeNull();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</a:rPr>
              <a:t>Testes Unitários — Exemplos (2/2)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7171"/>
                </a:solidFill>
              </a:rPr>
              <a:t>Teste 4 — Controle de permissão de edição (RN-Q008)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</a:rPr>
              <a:t>Mock: findByPk retorna questao com autorId: 10, chamamos com autorId: 999  |  .rejects.toThrow()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307592"/>
            <a:ext cx="8412480" cy="822960"/>
          </a:xfrm>
          <a:prstGeom prst="rect">
            <a:avLst/>
          </a:prstGeom>
          <a:solidFill>
            <a:srgbClr val="0D1117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371600"/>
            <a:ext cx="8193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it('deve lançar erro se o autor não tiver permissão para editar', async ()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mockQuestaoModel.findByPk.mockResolvedValueOnce(mockQuestao); // autorId: 10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expect(questaoService.atualizarQuestao(1, {}, 999, mockQuestaoModel))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.rejects.toThrow('Você não tem permissão para editar esta questão.');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DE80"/>
                </a:solidFill>
              </a:rPr>
              <a:t>Teste 5 — Resposta errada revela dica (RN-Q011)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" y="25877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</a:rPr>
              <a:t>Mock: findByPk retorna questao com dica: "Cidade Luz"  |  .toBe(false) + .toBe("Cidade Luz")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843784"/>
            <a:ext cx="8412480" cy="960120"/>
          </a:xfrm>
          <a:prstGeom prst="rect">
            <a:avLst/>
          </a:prstGeom>
          <a:solidFill>
            <a:srgbClr val="0D1117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2850114"/>
            <a:ext cx="8193024" cy="953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it('deve retornar correta=false e a dica quando a resposta for incorreta', async () =&gt;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mockQuestaoModel.findByPk.mockResolvedValueOnce(mockQuestaoBase);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result = await questaoService.verificarResposta(1, 2, mockQuestaoModel);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expect(result.correta).toBe(false);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expect(result.dica).toBe('Cidade Luz');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expect(result.alternativaCorreta).toBe(0);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977640"/>
            <a:ext cx="8412480" cy="8686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1737360" cy="65836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40965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user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315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Unit: 16  Int: 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0" y="4069080"/>
            <a:ext cx="1737360" cy="658368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60320" y="40965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quiz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4315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Unit: 18  Int: 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80560" y="4069080"/>
            <a:ext cx="1737360" cy="65836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80560" y="40965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fav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4315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Unit: 6  Int: —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0" y="4069080"/>
            <a:ext cx="1737360" cy="658368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0" y="40965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questao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4315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Unit: 33  Int: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</a:rPr>
              <a:t>Cobertura de Código — npm run test:coverage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1828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859536"/>
            <a:ext cx="819302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              | % Stmts | % Branch | % Funcs | % Lines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-------------------|---------|----------|---------|--------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user.service.js    |   100%  |   100%   |   100%  |  100%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questao.service.js |   100%  |   91.3%  |   100%  |  100%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quiz.service.js    |  90.7%  |   86.6%  |   100%  |  97.6%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favorito.service.js|  94.4%  |    90%   |   100%  |  100%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-------------------|---------|----------|---------|--------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files          |  96.5%  |    91%   |   100%  |  99.3%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8163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</a:rPr>
              <a:t>📋 Stmts (Statements)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83280" y="28163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Percentual de linhas/instruções executadas durante os testes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0" y="281635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8BDF8"/>
                </a:solidFill>
              </a:rPr>
              <a:t>96.5%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337560"/>
            <a:ext cx="841248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34107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DE80"/>
                </a:solidFill>
              </a:rPr>
              <a:t>🌿 Branch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83280" y="34107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Percentual de if/else, ternários e lógica condicional testados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0" y="341071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ADE80"/>
                </a:solidFill>
              </a:rPr>
              <a:t>91%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931920"/>
            <a:ext cx="841248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40050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</a:rPr>
              <a:t>⚙️ Funcs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83280" y="40050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Funções chamadas ao menos uma vez nos testes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0" y="400507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BBF24"/>
                </a:solidFill>
              </a:rPr>
              <a:t>100%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526280"/>
            <a:ext cx="841248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45994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7171"/>
                </a:solidFill>
              </a:rPr>
              <a:t>📏 Lines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83280" y="45994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Linhas de código fisicamente executadas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0" y="459943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87171"/>
                </a:solidFill>
              </a:rPr>
              <a:t>99.3%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DE80"/>
                </a:solidFill>
              </a:rPr>
              <a:t>✅ Ambos os módulos exigidos (user e questao) atingem cobertura ≥ 80% em todas as métricas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Conclusão — Lições Aprendidas com TDD na N3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71323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🔴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8229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</a:rPr>
              <a:t>TDD força design melhor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110642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Escrever o teste primeiro obriga a pensar na interface da função antes de implementá-la, resultando em código mais coeso e testável.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8412480" cy="71323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🎭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16459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</a:rPr>
              <a:t>Mocks são essenciais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" y="192938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vi.fn() e vi.mock() permitem isolar o service do banco de dados, testando apenas a lógica de negócio de forma pura e rápida.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71323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56032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🏗️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5840" y="246888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</a:rPr>
              <a:t>Mini-apps para integração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05840" y="275234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Criar um Express app isolado nos testes de integração evita problemas com middlewares de auth e views, tornando os testes mais robustos.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8412480" cy="71323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38328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🌿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" y="32918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</a:rPr>
              <a:t>Branch coverage é a mais valiosa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05840" y="357530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Ter 100% de linhas mas 91% de branches mostra condições que só aparecem com combinações específicas de dados — é o que realmente importa.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069080"/>
            <a:ext cx="8412480" cy="71323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20624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05840" y="411480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</a:rPr>
              <a:t>CI automatiza a qualidade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05840" y="439826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O GitHub Actions garante que todos os 89 testes passem a cada push, impedindo que código quebrado chegue à branch principal.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1410</Words>
  <Application>Microsoft Office PowerPoint</Application>
  <PresentationFormat>Apresentação na tela (16:9)</PresentationFormat>
  <Paragraphs>170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QuizMaster TDD — N3</dc:title>
  <dc:subject>PptxGenJS Presentation</dc:subject>
  <dc:creator>Gabriel</dc:creator>
  <cp:lastModifiedBy>Gabriel L. de Santana</cp:lastModifiedBy>
  <cp:revision>1</cp:revision>
  <dcterms:created xsi:type="dcterms:W3CDTF">2026-06-29T23:02:37Z</dcterms:created>
  <dcterms:modified xsi:type="dcterms:W3CDTF">2026-06-30T18:53:30Z</dcterms:modified>
</cp:coreProperties>
</file>