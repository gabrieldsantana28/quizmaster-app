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5720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0C2D6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TRABALHO DE TDD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QuizMaster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Quizzes Online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578608"/>
            <a:ext cx="7315200" cy="27432"/>
          </a:xfrm>
          <a:prstGeom prst="rect">
            <a:avLst/>
          </a:prstGeom>
          <a:solidFill>
            <a:srgbClr val="263B6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do TDD e Testes Unitários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2468880" cy="475488"/>
          </a:xfrm>
          <a:prstGeom prst="rect">
            <a:avLst/>
          </a:prstGeom>
          <a:solidFill>
            <a:srgbClr val="0C2D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44 Testes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3337560"/>
            <a:ext cx="2468880" cy="475488"/>
          </a:xfrm>
          <a:prstGeom prst="rect">
            <a:avLst/>
          </a:prstGeom>
          <a:solidFill>
            <a:srgbClr val="0C2D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📊  98.6% Cobertura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337560"/>
            <a:ext cx="2468880" cy="475488"/>
          </a:xfrm>
          <a:prstGeom prst="rect">
            <a:avLst/>
          </a:prstGeom>
          <a:solidFill>
            <a:srgbClr val="0C2D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⚙️  Node.js + Vitest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E7A"/>
                </a:solidFill>
              </a:rPr>
              <a:t>QuizMaster © 2026  •  Desenvolvimento com TDD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822960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402336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05840"/>
            <a:ext cx="54864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11338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Autenticação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49961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Cadastro e login com bcrypt.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Token de sessão seguro.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402336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05840"/>
            <a:ext cx="54864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11338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Quizzes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149961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Criar, editar e jogar quizzes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organizados por temas.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880360"/>
            <a:ext cx="402336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880360"/>
            <a:ext cx="54864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90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30083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Favoritos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37413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Salvar quizzes favoritos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 gerenciar a lista.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880360"/>
            <a:ext cx="402336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880360"/>
            <a:ext cx="54864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990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60720" y="30083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Avaliações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337413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Notas (1-5) e comentários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nos quizzes jogados.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663440"/>
            <a:ext cx="8229600" cy="347472"/>
          </a:xfrm>
          <a:prstGeom prst="rect">
            <a:avLst/>
          </a:prstGeom>
          <a:solidFill>
            <a:srgbClr val="0C2244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82F6"/>
                </a:solidFill>
              </a:rPr>
              <a:t>Stack:  Node.js  •  Express  •  EJS  •  Sequelize  •  MySQL  •  Vitest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TDD: Red → Green → Refactor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822960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265176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05840"/>
            <a:ext cx="265176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60020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Escreva o teste primeiro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048256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O teste falha porque a funcionalidade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ainda não existe. Isso confirma que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o teste realmente testa algo.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34015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429000" y="1005840"/>
            <a:ext cx="265176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005840"/>
            <a:ext cx="2651760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🟢 GREEN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8728" y="160020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 o mínimo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2048256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Escreva o código mínimo necessário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para o teste passar. Sem otimizações,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só o suficiente para ficar verde.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38728" y="34015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05840"/>
            <a:ext cx="265176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005840"/>
            <a:ext cx="265176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🔵 REFACTOR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160020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Melhore o código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3368" y="2048256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Refatore com confiança — os testes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garantem que nada quebrou.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Elimine duplicatas e melhore a clareza.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3368" y="34015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3246120" y="2468880"/>
            <a:ext cx="320040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468880"/>
            <a:ext cx="320040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Aplicado em cada funcionalidade do QuizMaster — especialmente no módulo de Usuários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 Testes Unitários em Destaque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822960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14400"/>
            <a:ext cx="8229600" cy="713232"/>
          </a:xfrm>
          <a:prstGeom prst="rect">
            <a:avLst/>
          </a:prstGeom>
          <a:solidFill>
            <a:srgbClr val="182D4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14400"/>
            <a:ext cx="54864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042416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0424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9784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T01 — Senhas não coincidem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5448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register() lança erro quando password ≠ confirmPassword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005840"/>
            <a:ext cx="301752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expect().rejects.toThrow()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719072"/>
            <a:ext cx="8229600" cy="713232"/>
          </a:xfrm>
          <a:prstGeom prst="rect">
            <a:avLst/>
          </a:prstGeom>
          <a:solidFill>
            <a:srgbClr val="182D4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719072"/>
            <a:ext cx="54864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184708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8470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T03 — Usuário/email duplicado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554480" y="20665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register() rejeita cadastro se username ou email já existir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1810512"/>
            <a:ext cx="301752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810512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mockUserModel.findOne retorna objeto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523744"/>
            <a:ext cx="8229600" cy="713232"/>
          </a:xfrm>
          <a:prstGeom prst="rect">
            <a:avLst/>
          </a:prstGeom>
          <a:solidFill>
            <a:srgbClr val="182D4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523744"/>
            <a:ext cx="54864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265176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6517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GREEN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54480" y="2587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T05 — Hash da senha (bcrypt)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54480" y="28712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Senha nunca salva em texto puro — formato $2b$ verificado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0" y="2615184"/>
            <a:ext cx="301752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615184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expect().not.toBe() + .toMatch(/^\$2b\$/)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328416"/>
            <a:ext cx="8229600" cy="713232"/>
          </a:xfrm>
          <a:prstGeom prst="rect">
            <a:avLst/>
          </a:prstGeom>
          <a:solidFill>
            <a:srgbClr val="182D4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328416"/>
            <a:ext cx="54864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45643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54480" y="33924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T10 — Login: usuário não existe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554480" y="3675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login() lança erro genérico quando usuário não é encontrado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3419856"/>
            <a:ext cx="301752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419856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mockUserModel.findOne retorna null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4133088"/>
            <a:ext cx="8229600" cy="713232"/>
          </a:xfrm>
          <a:prstGeom prst="rect">
            <a:avLst/>
          </a:prstGeom>
          <a:solidFill>
            <a:srgbClr val="182D4A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133088"/>
            <a:ext cx="54864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4261104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2611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GREEN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554480" y="41970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T14 — Buscar perfil por ID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554480" y="4480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getProfile() retorna dados completos sem expor password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4224528"/>
            <a:ext cx="301752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expect().toHaveProperty() + .not.toHaveProperty('password')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Uso de Mocks para Isolamento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822960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 que usar Mocks?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93192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" cy="2468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8F0"/>
                </a:solidFill>
              </a:rPr>
              <a:t>✓  Testa apenas a lógica do Service, sem banco real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8F0"/>
                </a:solidFill>
              </a:rPr>
              <a:t>✓  Execução ultra-rápida (ms, não segundos)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8F0"/>
                </a:solidFill>
              </a:rPr>
              <a:t>✓  Simula erros impossíveis em DB real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8F0"/>
                </a:solidFill>
              </a:rPr>
              <a:t>✓  Sem efeitos colaterais nos dados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Fluxo de Isolamento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234440"/>
            <a:ext cx="2560320" cy="68580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🧪 Teste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938528"/>
            <a:ext cx="365760" cy="27432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148840"/>
            <a:ext cx="2560320" cy="685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1488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(user.service.js)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852928"/>
            <a:ext cx="365760" cy="27432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063240"/>
            <a:ext cx="2560320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🎭 mockUserModel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(vi.fn())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❌  Banco de Dados real não é chamado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840480"/>
            <a:ext cx="3931920" cy="1115568"/>
          </a:xfrm>
          <a:prstGeom prst="rect">
            <a:avLst/>
          </a:prstGeom>
          <a:solidFill>
            <a:srgbClr val="0C1A2E"/>
          </a:solidFill>
          <a:ln w="12700">
            <a:solidFill>
              <a:srgbClr val="263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9534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mockUserModel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findOne: 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vi.fn()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create:  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vi.fn()</a:t>
            </a:r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mockUserModel.findOne.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mockResolvedValueOnce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Cobertura de Código e Resultados Finais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822960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1440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Testes passando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91440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0" y="1691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Cobertura de linhas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92040" y="91440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Arquivos de teste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91440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63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040880" y="1691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Testes falhando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23160"/>
          <a:ext cx="8229600" cy="2011680"/>
        </p:xfrm>
        <a:graphic>
          <a:graphicData uri="http://schemas.openxmlformats.org/drawingml/2006/table">
            <a:tbl>
              <a:tblPr/>
              <a:tblGrid>
                <a:gridCol w="3657600"/>
                <a:gridCol w="114300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Arquivo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Stmts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Branch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user.service.js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quiz.service.js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96.4%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81.3%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96.4%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favorito.service.js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88.9%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</a:rPr>
                        <a:t>98.6%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87.5%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</a:rPr>
                        <a:t>98.6%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test:coverage  →  vitest run --coverage  →  relatório em /coverage/index.html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QuizMaster — TDD e Testes Unitários</dc:title>
  <dc:subject>PptxGenJS Presentation</dc:subject>
  <dc:creator>PptxGenJS</dc:creator>
  <cp:lastModifiedBy>PptxGenJS</cp:lastModifiedBy>
  <cp:revision>1</cp:revision>
  <dcterms:created xsi:type="dcterms:W3CDTF">2026-06-03T23:21:03Z</dcterms:created>
  <dcterms:modified xsi:type="dcterms:W3CDTF">2026-06-03T23:21:03Z</dcterms:modified>
</cp:coreProperties>
</file>